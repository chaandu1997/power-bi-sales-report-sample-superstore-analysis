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39064-AAFF-4E9E-D17F-7E6B1FE21A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15AD8A-2873-27E0-1804-5D5F1CADAC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6279FF-22F9-1A19-2E38-5AC89F702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1496-725D-4E2D-BE47-5852DD45657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A83956-5109-A29E-28C1-7CE216B2F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BC5CCF-67F7-EB45-EAD3-476338E39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A9-FF1F-454C-BB8E-9AA2218086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5282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3D55C-A1FD-9201-EB0D-E318B6744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53F30-6F16-363A-0EC1-0244B83813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66D540-84F3-0A28-D843-36B808CF5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1496-725D-4E2D-BE47-5852DD45657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6925F2-6E6C-EC45-3974-1FF915197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A747AB-6CA6-671C-91BB-C9F0F75DE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A9-FF1F-454C-BB8E-9AA2218086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873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C1DE6-0A8A-C439-98D2-2C8BB3D9A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55FC64-1D2E-A6E3-0376-0FDDD0CE1F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6CF2C-F2BC-72A0-AD03-4DC5C498E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1496-725D-4E2D-BE47-5852DD45657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2BD12-4F19-E122-74B3-E2BA9FDD6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921758-783A-D381-2DF0-7F4BD1672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A9-FF1F-454C-BB8E-9AA2218086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959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58358-8C90-232B-8A7C-60BF90F845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FFDA0-7500-96BD-0A17-C394A81748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65CC0-34F4-2B9D-C195-D63841EC8A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5E49F-9895-EC40-2229-FAC10D916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1496-725D-4E2D-BE47-5852DD45657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449082-8C79-359F-17EF-AB17ACD8B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403A5-C5A6-CB68-5504-5C39C32E2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A9-FF1F-454C-BB8E-9AA2218086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1018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0159EB-498D-211A-C67F-E4D0B26D9B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009F11-493B-2CE3-72EA-44DF5C8022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BF1A18-0C5C-92AA-6C15-9EEB1FFEA4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02C428-D47C-BCFB-39DB-9AD9EE7473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9358C7-31E7-C57B-E80D-F96B5A8562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4CA900F-80AB-602F-A0D6-75679F31D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1496-725D-4E2D-BE47-5852DD45657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880DB1-419A-BBBE-EEE0-B669B3012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E8EC753-B146-1F9E-2A87-8A9FFFC90D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A9-FF1F-454C-BB8E-9AA2218086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470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59089-1466-F915-FA74-BA9755DF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D498B7-6E74-D902-019F-90143A9CB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1496-725D-4E2D-BE47-5852DD45657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1DE07F-2A3E-6237-033F-FC1A26EF9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02D181-71FC-A69F-D485-211E2F69E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A9-FF1F-454C-BB8E-9AA2218086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367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CB26D8-00D9-A78F-4D20-0804BDD86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1496-725D-4E2D-BE47-5852DD45657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371CBE-DDE6-0643-D696-94C06E363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41A5F-25FD-7313-C688-3E5E15054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A9-FF1F-454C-BB8E-9AA2218086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90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94C27-B2F9-66DE-726A-C27FCEAC9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BEED5-ADD6-F328-FA29-500B63C1D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5AF4F6-35A6-FA7E-0A63-7DCFD46F3F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6E578-D57F-97B4-1076-D67C6D5A6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1496-725D-4E2D-BE47-5852DD45657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F3EFB1-5CAB-CEBC-38B1-42A72418C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D42808-8816-C741-C170-7604D8AEF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A9-FF1F-454C-BB8E-9AA2218086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8020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AA3550-2044-0080-F58F-5A4F4ABDC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CB382F-6B5E-0CD4-BF0B-2DA4902C1A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0850B1-175E-9627-703D-AF948BDA2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074E9E-AA02-1CAD-5274-796D8FECF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1496-725D-4E2D-BE47-5852DD45657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55921-8906-1ABA-3BFE-FC50DF8E2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6CCD4B-6B58-4AEE-3FCA-3433C26D5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A9-FF1F-454C-BB8E-9AA2218086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83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EEB8B-0E35-9643-19E3-FCF9FE8578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F23A57-C2F2-4C16-8625-AC88CA1B96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F4892-DECA-6AD0-4A12-082B40BF5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1496-725D-4E2D-BE47-5852DD45657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0A130-DA52-5718-40DF-35F00E077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3F98E-783A-5519-782E-7E957311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A9-FF1F-454C-BB8E-9AA2218086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937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E10946-7D23-5270-9395-96814E5E873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2803FF-BEAC-9B6F-66B2-0D9A3D84E6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56A6FC-7BC5-4E88-8CA3-9A5519F02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61496-725D-4E2D-BE47-5852DD45657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F48A6-D088-CBD8-CEAE-265DD9404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10906-B76C-063A-142F-226113678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69EBA9-FF1F-454C-BB8E-9AA2218086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192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264EE2D-EB7F-9403-9369-9A0984794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7DD23-2BF4-CF7B-69DC-0B9AEC0891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BD7F05-F025-30F8-8B65-F824284AAA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761496-725D-4E2D-BE47-5852DD456574}" type="datetimeFigureOut">
              <a:rPr lang="en-IN" smtClean="0"/>
              <a:t>01-09-2025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D6B28-8074-C292-ADC8-B3D5FB518F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C05AF7-9A66-2EE0-9038-1F793DC4D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69EBA9-FF1F-454C-BB8E-9AA2218086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924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4CFA-3C35-C519-CB9D-11B5BFDD6C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CCE81-E710-B7BE-B204-B2E08A9290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Screen Recording 3">
            <a:hlinkClick r:id="" action="ppaction://media"/>
            <a:extLst>
              <a:ext uri="{FF2B5EF4-FFF2-40B4-BE49-F238E27FC236}">
                <a16:creationId xmlns:a16="http://schemas.microsoft.com/office/drawing/2014/main" id="{2FD97E6A-CFD9-3909-3CF7-8CA4111AE2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77091" y="240145"/>
            <a:ext cx="11693236" cy="6188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5869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71"/>
    </mc:Choice>
    <mc:Fallback>
      <p:transition spd="slow" advTm="167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67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chandrakala prakash</dc:creator>
  <cp:lastModifiedBy>chandrakala prakash</cp:lastModifiedBy>
  <cp:revision>1</cp:revision>
  <dcterms:created xsi:type="dcterms:W3CDTF">2025-09-01T14:37:17Z</dcterms:created>
  <dcterms:modified xsi:type="dcterms:W3CDTF">2025-09-01T14:37:45Z</dcterms:modified>
</cp:coreProperties>
</file>